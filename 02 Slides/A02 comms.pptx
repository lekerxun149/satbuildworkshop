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5" autoAdjust="0"/>
    <p:restoredTop sz="94660"/>
  </p:normalViewPr>
  <p:slideViewPr>
    <p:cSldViewPr snapToGrid="0">
      <p:cViewPr varScale="1">
        <p:scale>
          <a:sx n="69" d="100"/>
          <a:sy n="69" d="100"/>
        </p:scale>
        <p:origin x="6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2D36-8635-9C5F-292E-9364F0DF7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F7F651-FCB2-6152-13F2-23A44934CA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BF90A-6FF3-B562-6F20-BD7CE479C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41ED8-1CAF-4523-8E43-8BA9B351DF7A}" type="datetimeFigureOut">
              <a:rPr lang="en-SG" smtClean="0"/>
              <a:t>21/5/2026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991A8-ACEF-618A-5136-30A614CF4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E9922-8C7B-783C-036B-960DB8B51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7A6F-B769-4DB8-AD6A-1ED9030601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87411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71856-EFDD-823D-A0D6-F276F64B2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F13D8-1B17-303E-ED2C-49059F9B1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462B2-488D-AA4D-1D22-F7C82D485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41ED8-1CAF-4523-8E43-8BA9B351DF7A}" type="datetimeFigureOut">
              <a:rPr lang="en-SG" smtClean="0"/>
              <a:t>21/5/2026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083C7-2615-F518-307D-21A3E3B7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8BA3A-C4EE-6196-6688-DFF6940C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7A6F-B769-4DB8-AD6A-1ED9030601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19617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A8FF4-BDD6-820B-A6A2-4E402020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270DD-48F1-BCB5-56B9-BD170FC56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2F4EA-D756-DAFA-A345-78926016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41ED8-1CAF-4523-8E43-8BA9B351DF7A}" type="datetimeFigureOut">
              <a:rPr lang="en-SG" smtClean="0"/>
              <a:t>21/5/2026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91034-6A75-57DF-8ACC-0FEFCE247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EEB7D-82FB-5D48-AAAF-7EE537B89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7A6F-B769-4DB8-AD6A-1ED9030601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80086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AF75A-0D6B-FE2B-BFFB-50CDDD10D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2E413-B58F-E0C5-994D-1864441345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B82E3-94E3-6019-44AD-44B3561A6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AB22E-97AA-B7A3-0EA5-F5B6216DD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41ED8-1CAF-4523-8E43-8BA9B351DF7A}" type="datetimeFigureOut">
              <a:rPr lang="en-SG" smtClean="0"/>
              <a:t>21/5/2026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98177-84A3-94AC-BC77-FECD1899D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7FF5D-C62F-8CC5-F982-995885487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7A6F-B769-4DB8-AD6A-1ED9030601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44445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9CCEC-FBC4-C6E3-3B36-08FB49694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2EA8E-CFF0-E04C-14A4-0A06E0549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5A5FA-20F0-61A9-52F4-F09930AE8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E1F7C7-4EF1-FFEB-9DD1-12C4DA164E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10BF1F-09FA-85D3-D919-B8E4FEF41A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B14054-A84F-6BA6-C6B2-B85946A9E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41ED8-1CAF-4523-8E43-8BA9B351DF7A}" type="datetimeFigureOut">
              <a:rPr lang="en-SG" smtClean="0"/>
              <a:t>21/5/2026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7104B7-4690-BE4B-2134-234EEB832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912B43-7565-DAD7-7283-BCE119A96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7A6F-B769-4DB8-AD6A-1ED9030601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0593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C4B73-6AF3-2EBD-EDC2-82085E4B2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EF9A72-2085-FD22-0F87-6BD1D7BCF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41ED8-1CAF-4523-8E43-8BA9B351DF7A}" type="datetimeFigureOut">
              <a:rPr lang="en-SG" smtClean="0"/>
              <a:t>21/5/2026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A105A-3870-2F78-765C-210C88A55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C531B-65F0-C739-765C-66BB70E46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7A6F-B769-4DB8-AD6A-1ED9030601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73511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E440A0-2D17-279A-D5C6-4FEC737E2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41ED8-1CAF-4523-8E43-8BA9B351DF7A}" type="datetimeFigureOut">
              <a:rPr lang="en-SG" smtClean="0"/>
              <a:t>21/5/2026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F92E3D-F9BE-51B4-2205-8D50F9895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3D8BA-5E02-53DF-B7DD-5695DDE2C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7A6F-B769-4DB8-AD6A-1ED9030601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33055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E788A-8996-9F78-E16B-85AB07E89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167FA-9570-F205-9CE2-089E0BB35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5314E-2139-7494-804A-8C498F34A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96C66-5FC4-B72D-C160-95956E6A4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41ED8-1CAF-4523-8E43-8BA9B351DF7A}" type="datetimeFigureOut">
              <a:rPr lang="en-SG" smtClean="0"/>
              <a:t>21/5/2026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DB509-28B2-D167-BFF6-C621A8EA3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A1DB8-0C65-EB34-5114-200567A57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7A6F-B769-4DB8-AD6A-1ED9030601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9381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9357A-2F5B-CE16-FE04-46C3BC664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14BC33-8A63-5A1A-8A7A-0ECCB98E0F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313F33-2C5C-7E8F-A11C-793393F61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CA0A2-B8B1-6787-5B93-A9D8FC2D7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41ED8-1CAF-4523-8E43-8BA9B351DF7A}" type="datetimeFigureOut">
              <a:rPr lang="en-SG" smtClean="0"/>
              <a:t>21/5/2026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EEBE7-8496-CCF9-FA8E-344E79F93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1CE1E-D9EA-6587-3BB0-68F33D9D4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7A6F-B769-4DB8-AD6A-1ED9030601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81979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B323-0133-F508-82E2-516965D46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203C1D-6A78-4BA0-1F1A-87E83DEEC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E7B8A-6723-875F-CF1A-D747A8F9B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41ED8-1CAF-4523-8E43-8BA9B351DF7A}" type="datetimeFigureOut">
              <a:rPr lang="en-SG" smtClean="0"/>
              <a:t>21/5/2026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C8409-B377-28C3-163F-CE442DDA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A6898-70F7-48FA-2A01-7D608E49E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7A6F-B769-4DB8-AD6A-1ED9030601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74732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FE0793-560A-26D3-6EF1-A644CE938B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959393-F74F-496B-38D8-82F729F28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A204C-6BD8-7A65-EB65-57A47E294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41ED8-1CAF-4523-8E43-8BA9B351DF7A}" type="datetimeFigureOut">
              <a:rPr lang="en-SG" smtClean="0"/>
              <a:t>21/5/2026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EFCE9-0EB8-00F2-B442-092979372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564B1-BF70-1FAA-AE91-AC5169720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7A6F-B769-4DB8-AD6A-1ED9030601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22012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B3D9C1-78D7-E21C-A16D-5BA5EEDA6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C375B-A29A-0806-F5EE-980DF87E0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A6773-FC9A-05FA-732B-718575E8FF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41ED8-1CAF-4523-8E43-8BA9B351DF7A}" type="datetimeFigureOut">
              <a:rPr lang="en-SG" smtClean="0"/>
              <a:t>21/5/2026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421E8-249E-1158-DAC5-3443F11E63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222C6-43DA-E2A3-5355-9116B44B8B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7A7A6F-B769-4DB8-AD6A-1ED9030601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4698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66E284-2754-C6BF-1F8E-AB83DBE24039}"/>
              </a:ext>
            </a:extLst>
          </p:cNvPr>
          <p:cNvSpPr/>
          <p:nvPr/>
        </p:nvSpPr>
        <p:spPr>
          <a:xfrm>
            <a:off x="4521199" y="1713344"/>
            <a:ext cx="3334327" cy="333432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D55E114-E9EB-2D9E-DBC3-ACACA355BAC1}"/>
              </a:ext>
            </a:extLst>
          </p:cNvPr>
          <p:cNvSpPr/>
          <p:nvPr/>
        </p:nvSpPr>
        <p:spPr>
          <a:xfrm>
            <a:off x="4876800" y="2068945"/>
            <a:ext cx="2623127" cy="26231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35A163-6472-394D-CFC2-2EFF4B6677D7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6188362" y="942109"/>
            <a:ext cx="2" cy="11268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D388D1-D76C-AD51-3EE9-58C51D903D03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6188364" y="2068945"/>
            <a:ext cx="14870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A3A05D-BCEF-4B78-291F-A30CAE6DDE34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6188364" y="1505527"/>
            <a:ext cx="1579418" cy="5634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28741AA-4750-75A5-FDDF-6CE592B1A7DA}"/>
              </a:ext>
            </a:extLst>
          </p:cNvPr>
          <p:cNvSpPr txBox="1"/>
          <p:nvPr/>
        </p:nvSpPr>
        <p:spPr>
          <a:xfrm>
            <a:off x="7885530" y="1884279"/>
            <a:ext cx="1851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Elevation = 0 </a:t>
            </a:r>
            <a:r>
              <a:rPr lang="en-SG" dirty="0" err="1"/>
              <a:t>deg</a:t>
            </a:r>
            <a:endParaRPr lang="en-S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EC3D97-A2E6-97BC-B2FD-E507A2DA1984}"/>
              </a:ext>
            </a:extLst>
          </p:cNvPr>
          <p:cNvSpPr txBox="1"/>
          <p:nvPr/>
        </p:nvSpPr>
        <p:spPr>
          <a:xfrm>
            <a:off x="7885530" y="1320861"/>
            <a:ext cx="1975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Elevation = 30 </a:t>
            </a:r>
            <a:r>
              <a:rPr lang="en-SG" dirty="0" err="1"/>
              <a:t>deg</a:t>
            </a:r>
            <a:endParaRPr lang="en-S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43DE01-8CA5-478C-8BC0-B8E4FECA5677}"/>
              </a:ext>
            </a:extLst>
          </p:cNvPr>
          <p:cNvSpPr txBox="1"/>
          <p:nvPr/>
        </p:nvSpPr>
        <p:spPr>
          <a:xfrm>
            <a:off x="5524578" y="475734"/>
            <a:ext cx="1975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Elevation = 90 </a:t>
            </a:r>
            <a:r>
              <a:rPr lang="en-SG" dirty="0" err="1"/>
              <a:t>deg</a:t>
            </a:r>
            <a:endParaRPr lang="en-SG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DE8C6F-8B60-5857-A06C-B9FD512B04F5}"/>
              </a:ext>
            </a:extLst>
          </p:cNvPr>
          <p:cNvCxnSpPr>
            <a:cxnSpLocks/>
          </p:cNvCxnSpPr>
          <p:nvPr/>
        </p:nvCxnSpPr>
        <p:spPr>
          <a:xfrm flipH="1">
            <a:off x="6756401" y="3669084"/>
            <a:ext cx="14870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D6E0F2D-53B1-85DD-EBED-460836156BB0}"/>
              </a:ext>
            </a:extLst>
          </p:cNvPr>
          <p:cNvSpPr txBox="1"/>
          <p:nvPr/>
        </p:nvSpPr>
        <p:spPr>
          <a:xfrm>
            <a:off x="8453567" y="3484418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earth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F3125C-73E4-2ED9-3298-CEBD77E13D54}"/>
              </a:ext>
            </a:extLst>
          </p:cNvPr>
          <p:cNvSpPr txBox="1"/>
          <p:nvPr/>
        </p:nvSpPr>
        <p:spPr>
          <a:xfrm>
            <a:off x="7675415" y="4863005"/>
            <a:ext cx="1391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atmosphere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5F7E5BF-43AA-26B0-9BBA-09373D64FF08}"/>
              </a:ext>
            </a:extLst>
          </p:cNvPr>
          <p:cNvCxnSpPr>
            <a:cxnSpLocks/>
            <a:stCxn id="20" idx="1"/>
          </p:cNvCxnSpPr>
          <p:nvPr/>
        </p:nvCxnSpPr>
        <p:spPr>
          <a:xfrm flipH="1" flipV="1">
            <a:off x="6978073" y="4685083"/>
            <a:ext cx="697342" cy="362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ight Brace 22">
            <a:extLst>
              <a:ext uri="{FF2B5EF4-FFF2-40B4-BE49-F238E27FC236}">
                <a16:creationId xmlns:a16="http://schemas.microsoft.com/office/drawing/2014/main" id="{6CA3C3D9-976C-EF4B-06BD-1D25A3310107}"/>
              </a:ext>
            </a:extLst>
          </p:cNvPr>
          <p:cNvSpPr/>
          <p:nvPr/>
        </p:nvSpPr>
        <p:spPr>
          <a:xfrm rot="5400000">
            <a:off x="6641731" y="1741838"/>
            <a:ext cx="155448" cy="914400"/>
          </a:xfrm>
          <a:prstGeom prst="righ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5070F1EF-34E3-E151-17C5-82A5873107FE}"/>
              </a:ext>
            </a:extLst>
          </p:cNvPr>
          <p:cNvSpPr/>
          <p:nvPr/>
        </p:nvSpPr>
        <p:spPr>
          <a:xfrm rot="10800000">
            <a:off x="5755577" y="1773380"/>
            <a:ext cx="248062" cy="319441"/>
          </a:xfrm>
          <a:prstGeom prst="righ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" name="Right Brace 25">
            <a:extLst>
              <a:ext uri="{FF2B5EF4-FFF2-40B4-BE49-F238E27FC236}">
                <a16:creationId xmlns:a16="http://schemas.microsoft.com/office/drawing/2014/main" id="{F6AC1E4F-5CD4-1A0E-EBBA-8F2A549CE9FA}"/>
              </a:ext>
            </a:extLst>
          </p:cNvPr>
          <p:cNvSpPr/>
          <p:nvPr/>
        </p:nvSpPr>
        <p:spPr>
          <a:xfrm rot="14833216">
            <a:off x="6306606" y="1450718"/>
            <a:ext cx="277131" cy="641043"/>
          </a:xfrm>
          <a:prstGeom prst="righ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67689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68825E-D831-E62C-C3AC-DCDB9B172DEA}"/>
              </a:ext>
            </a:extLst>
          </p:cNvPr>
          <p:cNvSpPr txBox="1"/>
          <p:nvPr/>
        </p:nvSpPr>
        <p:spPr>
          <a:xfrm>
            <a:off x="8432800" y="4128655"/>
            <a:ext cx="1815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Ground Antenna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F1FC48-547A-E50E-C746-2681362D7199}"/>
              </a:ext>
            </a:extLst>
          </p:cNvPr>
          <p:cNvSpPr txBox="1"/>
          <p:nvPr/>
        </p:nvSpPr>
        <p:spPr>
          <a:xfrm>
            <a:off x="4147127" y="843240"/>
            <a:ext cx="1988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Satellite  Antenna</a:t>
            </a: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C930CC38-8350-7D3C-ADE9-852754FA256A}"/>
              </a:ext>
            </a:extLst>
          </p:cNvPr>
          <p:cNvSpPr/>
          <p:nvPr/>
        </p:nvSpPr>
        <p:spPr>
          <a:xfrm>
            <a:off x="6086764" y="1597891"/>
            <a:ext cx="914400" cy="914400"/>
          </a:xfrm>
          <a:prstGeom prst="arc">
            <a:avLst>
              <a:gd name="adj1" fmla="val 9990068"/>
              <a:gd name="adj2" fmla="val 1853443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E8417204-F899-03BC-44E6-E7D0A50D9117}"/>
              </a:ext>
            </a:extLst>
          </p:cNvPr>
          <p:cNvSpPr/>
          <p:nvPr/>
        </p:nvSpPr>
        <p:spPr>
          <a:xfrm rot="10132306">
            <a:off x="7610764" y="3038764"/>
            <a:ext cx="914400" cy="914400"/>
          </a:xfrm>
          <a:prstGeom prst="arc">
            <a:avLst>
              <a:gd name="adj1" fmla="val 9990068"/>
              <a:gd name="adj2" fmla="val 1853443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312637-9E88-CC64-E32A-1CDD72704F2A}"/>
              </a:ext>
            </a:extLst>
          </p:cNvPr>
          <p:cNvSpPr txBox="1"/>
          <p:nvPr/>
        </p:nvSpPr>
        <p:spPr>
          <a:xfrm>
            <a:off x="7804727" y="1597891"/>
            <a:ext cx="1084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downlink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B2201D2A-E7ED-317F-DDC7-AF615AE15FF8}"/>
              </a:ext>
            </a:extLst>
          </p:cNvPr>
          <p:cNvSpPr/>
          <p:nvPr/>
        </p:nvSpPr>
        <p:spPr>
          <a:xfrm rot="19226263">
            <a:off x="7466525" y="1494281"/>
            <a:ext cx="193570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DA6D5E-4114-0D38-E811-A81662A9513D}"/>
              </a:ext>
            </a:extLst>
          </p:cNvPr>
          <p:cNvSpPr txBox="1"/>
          <p:nvPr/>
        </p:nvSpPr>
        <p:spPr>
          <a:xfrm>
            <a:off x="5738545" y="2512291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 err="1"/>
              <a:t>rx</a:t>
            </a:r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72FADC-26D7-C218-7ADF-25E970C4F57C}"/>
              </a:ext>
            </a:extLst>
          </p:cNvPr>
          <p:cNvSpPr txBox="1"/>
          <p:nvPr/>
        </p:nvSpPr>
        <p:spPr>
          <a:xfrm>
            <a:off x="7001164" y="1067197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Tx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28AE702D-034F-4424-50D1-F8E19C73A240}"/>
              </a:ext>
            </a:extLst>
          </p:cNvPr>
          <p:cNvSpPr/>
          <p:nvPr/>
        </p:nvSpPr>
        <p:spPr>
          <a:xfrm rot="8137170">
            <a:off x="6376176" y="2908701"/>
            <a:ext cx="193570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D09047-1775-3DB4-5A63-DC9039653701}"/>
              </a:ext>
            </a:extLst>
          </p:cNvPr>
          <p:cNvSpPr txBox="1"/>
          <p:nvPr/>
        </p:nvSpPr>
        <p:spPr>
          <a:xfrm>
            <a:off x="5388049" y="3663478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uplink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260CB0-1443-1811-EEB0-33C89DD9BF3B}"/>
              </a:ext>
            </a:extLst>
          </p:cNvPr>
          <p:cNvSpPr txBox="1"/>
          <p:nvPr/>
        </p:nvSpPr>
        <p:spPr>
          <a:xfrm>
            <a:off x="3326165" y="5200073"/>
            <a:ext cx="375218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 err="1"/>
              <a:t>EbNo</a:t>
            </a:r>
            <a:r>
              <a:rPr lang="en-SG" dirty="0"/>
              <a:t> == Eb / No</a:t>
            </a:r>
          </a:p>
          <a:p>
            <a:endParaRPr lang="en-SG" dirty="0"/>
          </a:p>
          <a:p>
            <a:r>
              <a:rPr lang="en-SG" dirty="0"/>
              <a:t>No = KT</a:t>
            </a:r>
            <a:br>
              <a:rPr lang="en-SG" dirty="0"/>
            </a:br>
            <a:r>
              <a:rPr lang="en-SG" dirty="0"/>
              <a:t>K = Boltzmann constant</a:t>
            </a:r>
          </a:p>
          <a:p>
            <a:r>
              <a:rPr lang="en-SG" dirty="0"/>
              <a:t>T = temperature (noise temperature)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FDCB5D-FE62-CDF9-B1E3-3092492CC883}"/>
              </a:ext>
            </a:extLst>
          </p:cNvPr>
          <p:cNvSpPr txBox="1"/>
          <p:nvPr/>
        </p:nvSpPr>
        <p:spPr>
          <a:xfrm>
            <a:off x="7949507" y="2465132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 err="1"/>
              <a:t>rx</a:t>
            </a: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6EF451-1324-2ECC-E749-0EEDAB828071}"/>
              </a:ext>
            </a:extLst>
          </p:cNvPr>
          <p:cNvSpPr txBox="1"/>
          <p:nvPr/>
        </p:nvSpPr>
        <p:spPr>
          <a:xfrm>
            <a:off x="6812170" y="3832280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Tx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07AB251-430D-47F3-2D4C-E539AE77A3C2}"/>
              </a:ext>
            </a:extLst>
          </p:cNvPr>
          <p:cNvCxnSpPr/>
          <p:nvPr/>
        </p:nvCxnSpPr>
        <p:spPr>
          <a:xfrm flipH="1" flipV="1">
            <a:off x="5876936" y="1212572"/>
            <a:ext cx="385319" cy="385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AA626B7-B10D-C0A6-39E6-9F3203EEFEDF}"/>
              </a:ext>
            </a:extLst>
          </p:cNvPr>
          <p:cNvCxnSpPr/>
          <p:nvPr/>
        </p:nvCxnSpPr>
        <p:spPr>
          <a:xfrm flipH="1" flipV="1">
            <a:off x="8412150" y="3772145"/>
            <a:ext cx="385319" cy="3853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877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Eng Hian Ang</dc:creator>
  <cp:lastModifiedBy>Eng Hian Ang</cp:lastModifiedBy>
  <cp:revision>5</cp:revision>
  <dcterms:created xsi:type="dcterms:W3CDTF">2026-05-21T08:30:49Z</dcterms:created>
  <dcterms:modified xsi:type="dcterms:W3CDTF">2026-05-21T08:33:56Z</dcterms:modified>
</cp:coreProperties>
</file>